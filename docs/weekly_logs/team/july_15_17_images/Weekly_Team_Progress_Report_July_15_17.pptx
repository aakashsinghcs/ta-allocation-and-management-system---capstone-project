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632" y="7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Weekly Team Progress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Date Range: Ju</a:t>
            </a:r>
            <a:r>
              <a:rPr lang="en-CA" dirty="0" err="1"/>
              <a:t>ly</a:t>
            </a:r>
            <a:r>
              <a:rPr dirty="0"/>
              <a:t> </a:t>
            </a:r>
            <a:r>
              <a:rPr lang="en-CA" dirty="0"/>
              <a:t>15</a:t>
            </a:r>
            <a:r>
              <a:rPr dirty="0"/>
              <a:t> – June </a:t>
            </a:r>
            <a:r>
              <a:rPr lang="en-CA" dirty="0"/>
              <a:t>17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Cycle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Implement CSV export feature (backend, frontend, tests)</a:t>
            </a:r>
          </a:p>
          <a:p>
            <a:r>
              <a:rPr lang="en-US" dirty="0"/>
              <a:t>Completed Student and Coordinator Dashboard </a:t>
            </a:r>
          </a:p>
          <a:p>
            <a:r>
              <a:rPr lang="en-US" dirty="0"/>
              <a:t> Some bugs fixed in change in role in frontend and allocation</a:t>
            </a:r>
          </a:p>
          <a:p>
            <a:r>
              <a:rPr lang="en-US" dirty="0"/>
              <a:t> Update need hours when accepting an offer</a:t>
            </a:r>
          </a:p>
          <a:p>
            <a:r>
              <a:rPr lang="en-US" dirty="0"/>
              <a:t> View allocation and export</a:t>
            </a:r>
          </a:p>
          <a:p>
            <a:r>
              <a:rPr lang="en-US" dirty="0"/>
              <a:t>Backend Frontend Integration - GTA exam availability was completed</a:t>
            </a:r>
          </a:p>
          <a:p>
            <a:r>
              <a:rPr lang="en-US" dirty="0"/>
              <a:t>Change role in frontend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Kanban Board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2550"/>
            <a:ext cx="8229600" cy="4773613"/>
          </a:xfrm>
        </p:spPr>
        <p:txBody>
          <a:bodyPr/>
          <a:lstStyle/>
          <a:p>
            <a:r>
              <a:rPr dirty="0"/>
              <a:t>Visual of GitHub Kanban Board</a:t>
            </a:r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0F9F335-B7E1-51D8-AF05-9A774E1E1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5" y="2139950"/>
            <a:ext cx="8731250" cy="4168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Member Logged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dirty="0"/>
              <a:t>Chart from </a:t>
            </a:r>
            <a:r>
              <a:rPr dirty="0" err="1"/>
              <a:t>Clockify</a:t>
            </a:r>
            <a:r>
              <a:rPr dirty="0"/>
              <a:t>: Logged hours by member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04E001-F883-2823-9340-72A643ABE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1963052"/>
            <a:ext cx="8229600" cy="44123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ACF85-8C45-A7C1-CB7F-D7C373534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Mandeep’s tracked </a:t>
            </a:r>
            <a:r>
              <a:rPr lang="en-CA" dirty="0" err="1"/>
              <a:t>activites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59824-056B-5898-F2A3-B57D2A8A4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8D2089-229F-B38A-ED8F-0E833718E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30580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29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0EF1C-704C-52AB-7A87-E03CCCC43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Alex’s tracked activities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6A7144-8560-24B3-767C-BFBAC5235C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667" y="1600200"/>
            <a:ext cx="7854666" cy="4525963"/>
          </a:xfrm>
        </p:spPr>
      </p:pic>
    </p:spTree>
    <p:extLst>
      <p:ext uri="{BB962C8B-B14F-4D97-AF65-F5344CB8AC3E}">
        <p14:creationId xmlns:p14="http://schemas.microsoft.com/office/powerpoint/2010/main" val="564099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E62F5-42EE-CD41-A9F1-E2E2A95E9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6749-1B49-6A9A-D301-126B6BA3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Dup’s tracked activities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6A32B5-717B-391C-8C99-0BCC05343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87500"/>
            <a:ext cx="8229600" cy="4667250"/>
          </a:xfrm>
        </p:spPr>
      </p:pic>
    </p:spTree>
    <p:extLst>
      <p:ext uri="{BB962C8B-B14F-4D97-AF65-F5344CB8AC3E}">
        <p14:creationId xmlns:p14="http://schemas.microsoft.com/office/powerpoint/2010/main" val="4063362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AB001-EE81-E1CC-4996-0540EE745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A8D2D-2E06-FFCF-4B57-A5F87AD6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Allen’s tracked activities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C09D47-76E8-56A8-A4BB-05D3D50D6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25600"/>
            <a:ext cx="8229600" cy="4451350"/>
          </a:xfrm>
        </p:spPr>
      </p:pic>
    </p:spTree>
    <p:extLst>
      <p:ext uri="{BB962C8B-B14F-4D97-AF65-F5344CB8AC3E}">
        <p14:creationId xmlns:p14="http://schemas.microsoft.com/office/powerpoint/2010/main" val="2854551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7FEFA-575C-6195-4DA7-C13A75AEF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F9D16-D0A8-71A5-BCF4-C197275A4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Aakash tracked activities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BD91C5-4E7E-AD0F-957E-C0AA225626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79550"/>
            <a:ext cx="8229600" cy="4660900"/>
          </a:xfrm>
        </p:spPr>
      </p:pic>
    </p:spTree>
    <p:extLst>
      <p:ext uri="{BB962C8B-B14F-4D97-AF65-F5344CB8AC3E}">
        <p14:creationId xmlns:p14="http://schemas.microsoft.com/office/powerpoint/2010/main" val="1762898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415A6-CAEF-225A-50C4-C14C9A3DD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ABFAF-D2EF-6329-4EEB-489E27F12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Seiya’s tracked activities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4F3D15-C370-B02D-DEA9-2C43174A01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85900"/>
            <a:ext cx="8229600" cy="4591050"/>
          </a:xfrm>
        </p:spPr>
      </p:pic>
    </p:spTree>
    <p:extLst>
      <p:ext uri="{BB962C8B-B14F-4D97-AF65-F5344CB8AC3E}">
        <p14:creationId xmlns:p14="http://schemas.microsoft.com/office/powerpoint/2010/main" val="3037211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Burn-up Chart (Velocity)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Visual progress</a:t>
            </a:r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7AF87FE7-08A7-F9A9-D144-4546ED833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1375979"/>
            <a:ext cx="8743950" cy="49105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Completed &amp; Ongoing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6742"/>
            <a:ext cx="8229600" cy="49094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sz="2000" b="1" dirty="0"/>
              <a:t>Completed :</a:t>
            </a:r>
          </a:p>
          <a:p>
            <a:r>
              <a:rPr lang="en-US" sz="2000" dirty="0"/>
              <a:t>Some bugs fixed in change in role in frontend and allocation</a:t>
            </a:r>
          </a:p>
          <a:p>
            <a:r>
              <a:rPr lang="en-US" sz="2000" dirty="0"/>
              <a:t>Update need hours when accepting an offer</a:t>
            </a:r>
          </a:p>
          <a:p>
            <a:r>
              <a:rPr lang="en-US" sz="2000" dirty="0"/>
              <a:t>view allocation and export</a:t>
            </a:r>
          </a:p>
          <a:p>
            <a:r>
              <a:rPr lang="en-US" sz="2000" dirty="0"/>
              <a:t>Backend Frontend Integration - GTA exam availability</a:t>
            </a:r>
          </a:p>
          <a:p>
            <a:r>
              <a:rPr lang="en-US" sz="2000" dirty="0"/>
              <a:t>Change role in frontend</a:t>
            </a:r>
          </a:p>
          <a:p>
            <a:r>
              <a:rPr lang="en-US" sz="2000" dirty="0"/>
              <a:t>Implement CSV export feature (backend, frontend, tests)</a:t>
            </a:r>
          </a:p>
          <a:p>
            <a:r>
              <a:rPr lang="en-US" sz="2000" dirty="0"/>
              <a:t>Student and Coordinator Dashboard </a:t>
            </a:r>
          </a:p>
          <a:p>
            <a:pPr marL="0" indent="0">
              <a:buNone/>
            </a:pPr>
            <a:r>
              <a:rPr sz="2000" b="1" dirty="0"/>
              <a:t>In Progress:</a:t>
            </a:r>
          </a:p>
          <a:p>
            <a:r>
              <a:rPr lang="en-CA" sz="2200" dirty="0"/>
              <a:t>Create Instructor Dashboard</a:t>
            </a:r>
          </a:p>
          <a:p>
            <a:r>
              <a:rPr lang="en-US" sz="2200" dirty="0"/>
              <a:t>Backend and frontend for global config for term</a:t>
            </a:r>
          </a:p>
          <a:p>
            <a:r>
              <a:rPr lang="en-CA" sz="2200" dirty="0"/>
              <a:t>Import csv of course import </a:t>
            </a:r>
          </a:p>
          <a:p>
            <a:r>
              <a:rPr lang="en-CA" sz="2200" dirty="0"/>
              <a:t>Refinement in some the profile pages </a:t>
            </a:r>
          </a:p>
          <a:p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195</Words>
  <Application>Microsoft Office PowerPoint</Application>
  <PresentationFormat>On-screen Show (4:3)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Weekly Team Progress Report</vt:lpstr>
      <vt:lpstr>Project Cycle Overview</vt:lpstr>
      <vt:lpstr>Kanban Board Progress</vt:lpstr>
      <vt:lpstr>Team Member Logged Hours</vt:lpstr>
      <vt:lpstr>Mandeep’s tracked activites</vt:lpstr>
      <vt:lpstr>Alex’s tracked activities</vt:lpstr>
      <vt:lpstr>Dup’s tracked activities</vt:lpstr>
      <vt:lpstr>Allen’s tracked activities</vt:lpstr>
      <vt:lpstr>Aakash tracked activities</vt:lpstr>
      <vt:lpstr>Seiya’s tracked activities</vt:lpstr>
      <vt:lpstr>Burn-up Chart (Velocity)</vt:lpstr>
      <vt:lpstr>Completed &amp; Ongoing Tasks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Mandeep Singh</dc:creator>
  <cp:keywords/>
  <dc:description>generated using python-pptx</dc:description>
  <cp:lastModifiedBy>Mandeep Singh</cp:lastModifiedBy>
  <cp:revision>3</cp:revision>
  <dcterms:created xsi:type="dcterms:W3CDTF">2013-01-27T09:14:16Z</dcterms:created>
  <dcterms:modified xsi:type="dcterms:W3CDTF">2025-07-18T07:51:50Z</dcterms:modified>
  <cp:category/>
</cp:coreProperties>
</file>