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60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24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42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16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9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2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8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89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5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491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3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5470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1266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71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977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091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10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4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99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Team Progress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Date Range: </a:t>
            </a:r>
            <a:r>
              <a:rPr lang="en-US" dirty="0"/>
              <a:t>Aug 1</a:t>
            </a:r>
            <a:r>
              <a:rPr dirty="0"/>
              <a:t> – </a:t>
            </a:r>
            <a:r>
              <a:rPr lang="en-US" dirty="0"/>
              <a:t>Aug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Cycle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Transcript upload for students</a:t>
            </a:r>
          </a:p>
          <a:p>
            <a:r>
              <a:rPr lang="en-CA" dirty="0"/>
              <a:t>Audit logging</a:t>
            </a:r>
          </a:p>
          <a:p>
            <a:r>
              <a:rPr lang="en-CA" dirty="0"/>
              <a:t>Course and section bug fixes and UI improvements</a:t>
            </a:r>
          </a:p>
          <a:p>
            <a:r>
              <a:rPr lang="en-CA" dirty="0"/>
              <a:t>Student search for exam improvement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Kanban Board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331259"/>
            <a:ext cx="6711654" cy="4195481"/>
          </a:xfrm>
        </p:spPr>
        <p:txBody>
          <a:bodyPr/>
          <a:lstStyle/>
          <a:p>
            <a:r>
              <a:rPr dirty="0"/>
              <a:t>Visual of GitHub Kanban Board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4D5483-D688-0891-C073-70D94963B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" y="1853248"/>
            <a:ext cx="8677275" cy="4799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Burn-up Chart (Velocity)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331259"/>
            <a:ext cx="6711654" cy="4195481"/>
          </a:xfrm>
        </p:spPr>
        <p:txBody>
          <a:bodyPr/>
          <a:lstStyle/>
          <a:p>
            <a:r>
              <a:rPr dirty="0"/>
              <a:t>Visual progress </a:t>
            </a:r>
            <a:r>
              <a:rPr lang="en-CA" dirty="0"/>
              <a:t>overall</a:t>
            </a:r>
            <a:endParaRPr dirty="0"/>
          </a:p>
        </p:txBody>
      </p:sp>
      <p:pic>
        <p:nvPicPr>
          <p:cNvPr id="5" name="Picture 4" descr="A graph with green and purple lines&#10;&#10;AI-generated content may be incorrect.">
            <a:extLst>
              <a:ext uri="{FF2B5EF4-FFF2-40B4-BE49-F238E27FC236}">
                <a16:creationId xmlns:a16="http://schemas.microsoft.com/office/drawing/2014/main" id="{2F951127-1CAF-170D-0B8D-26B449B5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25" y="1853248"/>
            <a:ext cx="8411550" cy="485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Total Logged hours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r>
              <a:rPr dirty="0"/>
              <a:t>Chart from </a:t>
            </a:r>
            <a:r>
              <a:rPr dirty="0" err="1"/>
              <a:t>Clockify</a:t>
            </a:r>
            <a:r>
              <a:rPr dirty="0"/>
              <a:t>: Logged hours by member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047779-3EF9-32F6-83FB-8B625CE25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75" y="1534668"/>
            <a:ext cx="8863050" cy="52055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ACF85-8C45-A7C1-CB7F-D7C373534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Mandeep’s tracked </a:t>
            </a:r>
            <a:r>
              <a:rPr lang="en-CA" dirty="0" err="1"/>
              <a:t>activites</a:t>
            </a:r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EEBDDE-DA43-0A12-BFB1-C9AC349C3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5" y="1853248"/>
            <a:ext cx="8659290" cy="475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29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0EF1C-704C-52AB-7A87-E03CCCC43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Alex’s tracked activities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1A54C8-8FC9-5E89-F5A3-E147321A29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91" y="1853248"/>
            <a:ext cx="8631417" cy="437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09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E62F5-42EE-CD41-A9F1-E2E2A95E9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6749-1B49-6A9A-D301-126B6BA3F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Dup’s tracked activities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FF845-2018-8922-117F-2354A0D3E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82" y="1921318"/>
            <a:ext cx="8757835" cy="448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628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AB001-EE81-E1CC-4996-0540EE74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8D2D-2E06-FFCF-4B57-A5F87AD63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Allen’s tracked activities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76CD7-FD14-58EA-C0C8-17DB97552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40" y="1919407"/>
            <a:ext cx="8745971" cy="44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51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7FEFA-575C-6195-4DA7-C13A75AEF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F9D16-D0A8-71A5-BCF4-C197275A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Aakash tracked activities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6A375B-600D-C5D4-94D8-2C2008EF2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5" y="1853248"/>
            <a:ext cx="8659290" cy="44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98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415A6-CAEF-225A-50C4-C14C9A3DD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BFAF-D2EF-6329-4EEB-489E27F1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Seiya’s tracked activities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6B265-5BBC-0332-B139-F9C237606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5" y="1525202"/>
            <a:ext cx="8659290" cy="504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1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Completed &amp; Ongoing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✔ Completed:</a:t>
            </a:r>
          </a:p>
          <a:p>
            <a:r>
              <a:rPr lang="en-CA" dirty="0"/>
              <a:t>Student transcript upload</a:t>
            </a:r>
          </a:p>
          <a:p>
            <a:r>
              <a:rPr lang="en-US" dirty="0"/>
              <a:t>Audit logging</a:t>
            </a:r>
          </a:p>
          <a:p>
            <a:r>
              <a:rPr lang="en-US" dirty="0"/>
              <a:t>Various UI aesthetic improvements and bug fixes</a:t>
            </a:r>
            <a:endParaRPr dirty="0"/>
          </a:p>
          <a:p>
            <a:r>
              <a:rPr dirty="0"/>
              <a:t>🔄 In Progress:</a:t>
            </a:r>
          </a:p>
          <a:p>
            <a:r>
              <a:rPr lang="en-CA" dirty="0"/>
              <a:t>Documentation, final slides, final video, final transcript UI and bug fixes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</TotalTime>
  <Words>116</Words>
  <Application>Microsoft Office PowerPoint</Application>
  <PresentationFormat>On-screen Show (4:3)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Weekly Team Progress Report</vt:lpstr>
      <vt:lpstr>Project Cycle Overview</vt:lpstr>
      <vt:lpstr>Kanban Board Progress</vt:lpstr>
      <vt:lpstr>Burn-up Chart (Velocity)</vt:lpstr>
      <vt:lpstr>Total Logged hours</vt:lpstr>
      <vt:lpstr>Mandeep’s tracked activites</vt:lpstr>
      <vt:lpstr>Alex’s tracked activities</vt:lpstr>
      <vt:lpstr>Dup’s tracked activities</vt:lpstr>
      <vt:lpstr>Allen’s tracked activities</vt:lpstr>
      <vt:lpstr>Aakash tracked activities</vt:lpstr>
      <vt:lpstr>Seiya’s tracked activities</vt:lpstr>
      <vt:lpstr>Completed &amp; Ongoing Tasks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Mandeep Singh</dc:creator>
  <cp:keywords/>
  <dc:description>generated using python-pptx</dc:description>
  <cp:lastModifiedBy>Alex Argatoff</cp:lastModifiedBy>
  <cp:revision>9</cp:revision>
  <dcterms:created xsi:type="dcterms:W3CDTF">2013-01-27T09:14:16Z</dcterms:created>
  <dcterms:modified xsi:type="dcterms:W3CDTF">2025-08-05T04:03:26Z</dcterms:modified>
  <cp:category/>
</cp:coreProperties>
</file>